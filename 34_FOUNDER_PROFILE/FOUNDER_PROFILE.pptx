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Founder Profile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DOCASSEMBLE | Category: LEGAL_TECH</a:t>
            </a:r>
          </a:p>
          <a:p>
            <a:r>
              <a:rPr sz="1400"/>
              <a:t>Upstream: https://github.com/suffolklitlab/docassemble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founder profile for the Anticloud integration of DOCASSEMBLE.</a:t>
            </a:r>
          </a:p>
          <a:p>
            <a:r>
              <a:rPr sz="1400"/>
              <a:t>Legal document assembly framework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DOCASSEMBLE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